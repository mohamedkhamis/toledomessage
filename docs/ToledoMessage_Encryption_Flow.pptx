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B588E"/>
                </a:solidFill>
              </a:defRPr>
            </a:pPr>
            <a:r>
              <a:t>ToledoMessage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78D4"/>
                </a:solidFill>
              </a:defRPr>
            </a:pPr>
            <a:r>
              <a:t>End-to-End Encrypted Messaging System</a:t>
            </a:r>
            <a:br/>
            <a:r>
              <a:t>Message Flow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88E"/>
                </a:solidFill>
              </a:defRPr>
            </a:pPr>
            <a:r>
              <a:t>SEND MESSAGE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SENDER</a:t>
            </a:r>
            <a:br/>
            <a:r>
              <a:t>CLIENT</a:t>
            </a:r>
            <a:br/>
            <a:br/>
            <a:r>
              <a:t>(User types message)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201168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ENCRYPTION</a:t>
            </a:r>
            <a:br/>
            <a:r>
              <a:t>(WASM)</a:t>
            </a:r>
            <a:br/>
            <a:br/>
            <a:r>
              <a:t>Signal Protocol</a:t>
            </a:r>
            <a:br/>
            <a:r>
              <a:t>Double Ratchet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371600"/>
            <a:ext cx="201168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SIGNALR</a:t>
            </a:r>
            <a:br/>
            <a:r>
              <a:t>HUB</a:t>
            </a:r>
            <a:br/>
            <a:br/>
            <a:r>
              <a:t>Real-time transport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201168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SERVER</a:t>
            </a:r>
            <a:br/>
            <a:r>
              <a:t>(SQL DB)</a:t>
            </a:r>
            <a:br/>
            <a:br/>
            <a:r>
              <a:t>Store encrypted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1371600"/>
            <a:ext cx="1371600" cy="91440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BROADCAST</a:t>
            </a:r>
            <a:br/>
            <a:br/>
            <a:r>
              <a:t>To recipients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1828800"/>
            <a:ext cx="548640" cy="274320"/>
          </a:xfrm>
          <a:prstGeom prst="rightArrow">
            <a:avLst/>
          </a:prstGeom>
          <a:solidFill>
            <a:srgbClr val="2B5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029200" y="1828800"/>
            <a:ext cx="548640" cy="274320"/>
          </a:xfrm>
          <a:prstGeom prst="rightArrow">
            <a:avLst/>
          </a:prstGeom>
          <a:solidFill>
            <a:srgbClr val="2B5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589520" y="1828800"/>
            <a:ext cx="548640" cy="274320"/>
          </a:xfrm>
          <a:prstGeom prst="rightArrow">
            <a:avLst/>
          </a:prstGeom>
          <a:solidFill>
            <a:srgbClr val="2B5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10149840" y="1828800"/>
            <a:ext cx="365760" cy="274320"/>
          </a:xfrm>
          <a:prstGeom prst="rightArrow">
            <a:avLst/>
          </a:prstGeom>
          <a:solidFill>
            <a:srgbClr val="2B5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1. User composes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2. Encrypt with Signal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3. Send via SignalR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4. Store in SQL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5. Push to recipients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88E"/>
                </a:solidFill>
              </a:defRPr>
            </a:pPr>
            <a:r>
              <a:t>RECEIVE &amp; READ MESSAGE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SERVER</a:t>
            </a:r>
            <a:br/>
            <a:r>
              <a:t>(SQL DB)</a:t>
            </a:r>
            <a:br/>
            <a:br/>
            <a:r>
              <a:t>New message alert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371600"/>
            <a:ext cx="201168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SIGNALR</a:t>
            </a:r>
            <a:br/>
            <a:r>
              <a:t>HUB</a:t>
            </a:r>
            <a:br/>
            <a:br/>
            <a:r>
              <a:t>Push to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371600"/>
            <a:ext cx="201168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ENCRYPTION</a:t>
            </a:r>
            <a:br/>
            <a:r>
              <a:t>(WASM)</a:t>
            </a:r>
            <a:br/>
            <a:br/>
            <a:r>
              <a:t>Decrypt message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201168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CLIENT</a:t>
            </a:r>
            <a:br/>
            <a:r>
              <a:t>(Browser)</a:t>
            </a:r>
            <a:br/>
            <a:br/>
            <a:r>
              <a:t>Display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1371600"/>
            <a:ext cx="1371600" cy="9144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/>
            </a:pPr>
            <a:r>
              <a:t>INDEXEDDB</a:t>
            </a:r>
            <a:br/>
            <a:br/>
            <a:r>
              <a:t>Local cache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1828800"/>
            <a:ext cx="548640" cy="274320"/>
          </a:xfrm>
          <a:prstGeom prst="rightArrow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029200" y="1828800"/>
            <a:ext cx="548640" cy="274320"/>
          </a:xfrm>
          <a:prstGeom prst="rightArrow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589520" y="1828800"/>
            <a:ext cx="548640" cy="274320"/>
          </a:xfrm>
          <a:prstGeom prst="rightArrow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10149840" y="1828800"/>
            <a:ext cx="365760" cy="274320"/>
          </a:xfrm>
          <a:prstGeom prst="rightArrow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88E"/>
                </a:solidFill>
              </a:defRPr>
            </a:pPr>
            <a:r>
              <a:t>CRYPTO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E6F0FF"/>
          </a:solidFill>
          <a:ln w="38100">
            <a:solidFill>
              <a:srgbClr val="2B5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588E"/>
                </a:solidFill>
              </a:defRPr>
            </a:pPr>
            <a:r>
              <a:t>CLIENT-SIDE (Blazor WebAssembly)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ToledoMessage.Crypto.wasm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Signal Protocol (TextSecure)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Double Ratchet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X3DH Key Exchange (X25519)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AES-256-GCM 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BouncyCastle.WASM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RSA / ECDH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SHA-256 / SHA-512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FFF0E6"/>
          </a:solidFill>
          <a:ln w="381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C86400"/>
                </a:solidFill>
              </a:defRPr>
            </a:pPr>
            <a:r>
              <a:t>SERVER-SIDE (.NET)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JWT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Bearer Token (15 min expiry)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SignalR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Real-time messaging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Message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SQL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754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Stores encrypted messages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Never sees plaintext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88E"/>
                </a:solidFill>
              </a:defRPr>
            </a:pPr>
            <a:r>
              <a:t>KEY STORAGE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4114800"/>
          </a:xfrm>
          <a:prstGeom prst="roundRect">
            <a:avLst/>
          </a:prstGeom>
          <a:solidFill>
            <a:srgbClr val="FFFACD"/>
          </a:solidFill>
          <a:ln w="2540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LOCAL STORAGE (Browser)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auth.token</a:t>
            </a:r>
          </a:p>
          <a:p>
            <a:pPr>
              <a:defRPr sz="1100"/>
            </a:pPr>
            <a:r>
              <a:t>JWT (not crypto key)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Device identity keys</a:t>
            </a:r>
          </a:p>
          <a:p>
            <a:pPr>
              <a:defRPr sz="1100"/>
            </a:pPr>
            <a:r>
              <a:t>Preserved on re-login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Signal sessions</a:t>
            </a:r>
          </a:p>
          <a:p>
            <a:pPr>
              <a:defRPr sz="1100"/>
            </a:pPr>
            <a:r>
              <a:t>Forward secrecy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Pre-key bundles</a:t>
            </a:r>
          </a:p>
          <a:p>
            <a:pPr>
              <a:defRPr sz="1100"/>
            </a:pPr>
            <a:r>
              <a:t>For new conversations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114800"/>
          </a:xfrm>
          <a:prstGeom prst="roundRect">
            <a:avLst/>
          </a:prstGeom>
          <a:solidFill>
            <a:srgbClr val="E6FFE6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INDEXEDDB (Message Store)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messages table</a:t>
            </a:r>
          </a:p>
          <a:p>
            <a:pPr>
              <a:defRPr sz="1100"/>
            </a:pPr>
            <a:r>
              <a:t>conversationId, timestamp,</a:t>
            </a:r>
            <a:br/>
            <a:r>
              <a:t>encrypted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meta table</a:t>
            </a:r>
          </a:p>
          <a:p>
            <a:pPr>
              <a:defRPr sz="1100"/>
            </a:pPr>
            <a:r>
              <a:t>Session state, pre-keys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Key Features: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39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Offline message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* Encrypted at 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588E"/>
                </a:solidFill>
              </a:defRPr>
            </a:pPr>
            <a:r>
              <a:t>COMPONENT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Crypto Library: ToledoMessage.Crypto.wasm - Signal Protocol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Cryptography: BouncyCastle.WASM - RSA, ECDH, AES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Real-time: SignalR Hub - Message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Auth: JWT (Bearer token) - User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Server Storage: SQL Server - Encrypted message 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Client Storage: IndexedDB - Local message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Security: Server NEVER sees plaintext - E2E encryption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